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We are Team FeedIQ Innovators presenting FeedIQ - an AI-powered smart feed quality analysis system for Indian agriculture.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massive. Rs. 50,000 crore annual losses. 60% of feed is adulterated. Current testing is too slow and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 is world's largest milk producer. Rs. 9 lakh crore market. Feed cost is 60-70%. But testing infrastructure is severely lacking.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critical challenges. Lab dependency, high costs, no field solutions, knowledge gaps, regulatory vacuum, and fragmented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dimensions - technical, economic, social, and regulatory. Each has multiple root causes requiring simultaneous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root cause categories through Ishikawa analysis. Technology gaps, infrastructure deficits, knowledge barriers, market failures, policy gaps, and data voids.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stakeholder groups. Primary users are small dairy farmers with no way to verify feed quality currently.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measurable objectives. Real-time 60s testing, Rs. 50 cost, 95%+ accuracy, multi-parameter, vernacular advisory, and India's first feed quality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Four-layer architecture. Sensors -&gt; Edge AI -&gt; Cloud -&gt; Farmer Interface. Data flows from sensors through processing to deliver actionable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phases over 12 months. Research/design, development, testing/validation, and deployment/scaling.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Six-step workflow completing in under 60 seconds. Sample collection, sensor reading, edge AI, cloud sync, report,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pipeline with PLS, Random Forest, YOLOv8, and XGBoost. Edge deployment uses TensorFlow Lite with &lt;50MB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includes 6 sensors, Raspberry Pi 5, and connectivity modules. Total BOM Rs. 36,000 per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Five-layer software architecture from presentation to data layer with specific technology choices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mobile app features. One-tap analysis, visual dashboard, 7 languages, history, price comparison,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Farmer dashboard with 6 components. Design follows rural usability principles with large targets, high contrast, offline-first.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dashboard provides device fleet management, regional analytics, manufacturer compliance, data export, user management, and ML model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sensor categories. NIR for molecular analysis, CV for visual inspection, biosensors for physical parameters. All fused into unified feature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Computer vision detects 8 types of visual adulterants. MobileNetV3 backbone with YOLOv8-nano head. Inference under 500ms.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NIR spectroscopy analyzes molecular bonds. Pipeline achieves R2 &gt; 0.95 against lab reference. Results in under 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biosensor types providing physical parameters complementary to NIR chemical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AI models. PLS/RF for nutrition, YOLOv8/MobileNet for contamination, XGBoost for adulteration, Isolation Forest for anomaly. All &gt;89%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Six-stage ML pipeline. 10,000+ samples, preprocessing, feature engineering, cloud training, optimization with quantization, edge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 cloud architecture with IoT Core, Lambda, S3, RDS, SageMaker, and API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Five-layer IoT architecture. MQTT with TLS 1.3. Offline mode for rural areas. OTA updates for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database systems. PostgreSQL for structured data, MongoDB for spectral arrays, Redis for caching, S3 for object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RESTful API with 6 core endpoints. JWT auth, rate limiting, versioning. GraphQL and gRPC also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data flow from farmer to mobile app. Six entities with defined protocols. Under 60 seconds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main classes. SensorHub for hardware, MLInferenceEngine for AI, AdvisoryEngine for recommendations, FeedAnalyzer orchestrates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actors with 4 use cases each. Total 12 use cases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Nine-step sequence from tap to advisory. Under 60 seconds total. Each step has timeout and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activities with eight decision points determining advisory type based on analysis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technology categories. All production-ready with strong community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innovations. First portable AI feed tester, multi-modal fusion, edge AI, vernacular, continuous learning, open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USP: First portable AI feed tester. 60 seconds, Rs. 50, 95%+ accuracy, 7 languages. Lab-quality in your pocket.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across 8 features. FeedIQ outperforms on time, cost, portability, languages, and data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scalability plan from 50 pilot devices to 25,000+ nationwide over 5 years. International expansion in year 4-5.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security layers. Device encryption, TLS 1.3 communication, GDPR-compliant data privacy, AWS cloud security, RBAC, and regulatory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Rs. 36,000, selling price Rs. 55,000. Five revenue streams including device sales, SaaS subscription, API licensing, white-labeling, and government tenders.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impact dimensions. 6 UN SDGs supported. Rs. 50,000 Cr loss reduction potential. 15-25% milk yield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12-month timeline with 6 risk mitigation strategies. High priority: sensor accuracy and connectivity. Medium: adoption and model decay.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 includes 8 expansion areas. Demo shows 10-step farmer journey from sample insertion to sharing results with cooperative.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C97B"/>
                </a:solidFill>
                <a:latin typeface="Calibri"/>
              </a:defRPr>
            </a:pPr>
            <a:r>
              <a:t>FEEDIQ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AI-Powered Smart Feed Quality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6576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Real-Time Nutritional Profiling, Contamination Detection &amp;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Smart India Hackathon 2026 | Grand Finale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Problem Statement ID: SIH-2026-FEED-001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Domain: Agriculture &amp; Animal Husbandry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Theme: AI/ML for Quality Assurance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114800"/>
            <a:ext cx="3657600" cy="22860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Calibri"/>
              </a:defRPr>
            </a:pPr>
            <a:r>
              <a:t>TEAM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FeedIQ Innovators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Institution: [Your College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Mentor: [Mentor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1/42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Why does this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8C00"/>
                </a:solidFill>
                <a:latin typeface="Calibri"/>
              </a:defRPr>
            </a:pPr>
            <a:r>
              <a:t>Livestock feed adulteration and nutritional imbalance cause annual losses exceeding Rs. 50,000 crore in India, directly impacting milk production, meat quality, and farmer livelihoods. Current testing methods are lab-dependent, expensive (Rs. 2,000-5,000 per test), and take 3-7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Core Problem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60% of commercial cattle feed in India is adulterated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Farmers cannot verify feed quality at point of purchase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Lab testing takes 3-7 days - too slow for daily decisions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Aflatoxin contamination causes Rs. 900 Cr annual losses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Nutritional imbalance reduces milk yield by 15-25%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No portable, affordable, real-time testing solution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108960"/>
            <a:ext cx="5029200" cy="29260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Impact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Rs. 50,000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Annual loss due to feed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77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3-7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977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Current lab testing turnaround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Rs. 2,000-5,000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Cost per lab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15-25%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Milk yield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Feed adulteration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70M+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Small farmers affected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2/42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Understanding the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Indian Dairy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World's largest milk 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9 lakh crore dairy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80M+ dairy farmers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Feed cost: 60-70% of 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Quality feed = more milk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Feed Testing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Limited testing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NABL labs in urban areas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 portable field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Farmers rely on visual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Unregulated feed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63040"/>
            <a:ext cx="33832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Technology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NIR not used at field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 AI-based feed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IoT in agriculture: &lt;5%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CV for food safety: nascent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Edge AI: emerging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Government Initiatives Aligned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National Dairy Plan - Quality improvement focus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PM-KISAN - Farmer welfare technology | Digital India - Agricultural digitization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Startup India - Agritech innovation | National Animal Nutrition Project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Ministry of Fisheries, Animal Husbandry &amp; Dairying priority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3/42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Existing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Why current solutions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Lab-Dependent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Centralized NABL labs require sample transport. 3-7 day turnaround.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19" y="1600200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High Cost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Rs. 2,000-5,000 per test makes routine checks unaffordable.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No Field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Zero portable, real-time feed testing devices in Indian market.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Knowledge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Farmers lack technical knowledge to assess feed quality.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19" y="4160520"/>
            <a:ext cx="45720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Regulatory Vacuum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mandatory quality certification for 70% manufacturers.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Fragmented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centralized database of feed quality parameters.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4/42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Multi-dimensional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Technical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No real-time spectral analysis at field level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Absence of trained ML models for Indian feed types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Lack of integrated sensor fusion platforms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Edge computing not deployed for agricultural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Economic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Testing cost exceeds daily feed budget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No ROI model for quality testing investment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Adulteration profit motive remains unchecked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Market favors cheap, low-quality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Calibri"/>
              </a:defRPr>
            </a:pPr>
            <a:r>
              <a:t>Social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Farmer literacy barriers to tech adoption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Trust deficit in automated systems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Language limitations in advisory delivery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Rural connectivity and power constraints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23360"/>
            <a:ext cx="521208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Regulatory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No mandatory testing for small manufacturers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Weak enforcement of BIS standards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No digital traceability in supply chain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Cross-state regulatory inconsistencies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5/42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Ishikawa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310896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portable NIR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Missing ML models for Indian feeds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IoT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39" y="1920240"/>
            <a:ext cx="310896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Limited rural 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testing labs near farms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Power availability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310896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Low farmer digital literacy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quality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Language barriers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480560"/>
            <a:ext cx="310896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Price-driven purchasing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quality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Unorganized manufacturers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E3E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39" y="4480560"/>
            <a:ext cx="3108960" cy="508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79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Weak enforcement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mandatory testing laws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Missing traceability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4480560"/>
            <a:ext cx="3108960" cy="5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centralized 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spectral reference libs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historical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6/42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Stakeholder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Who is affected and who can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Primary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Small &amp; Medium Dairy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Direct beneficiaries. Need affordable, real-time testing. Currently have zero quality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Secondary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Feed Manufacturers &amp; 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Quality certification. Brand trust. Regulatory compliance.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Regulators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FSSAI / BIS / State Depts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Enforcement data. Compliance monitoring. Standards enforcement.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Beneficiaries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Livestock (Cattle, Poultry, Fish)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Better nutrition. Reduced toxin exposure. Improved health.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206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Calibri"/>
              </a:defRPr>
            </a:pPr>
            <a:r>
              <a:t>Enablers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Agri-Tech Companies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Distribution channels. Technology integration. Service delivery.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E3E"/>
                </a:solidFill>
                <a:latin typeface="Calibri"/>
              </a:defRPr>
            </a:pPr>
            <a:r>
              <a:t>Policy Makers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Ministry of AHD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Data-driven policy. Impact assessment. Program optimization.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7/42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 we aim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600200"/>
            <a:ext cx="82296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6184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Real-Time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Portable device providing results in under 60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39" y="1600200"/>
            <a:ext cx="82296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59" y="16184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Rs.50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Affordable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Testing cost below Rs. 50 per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1600200"/>
            <a:ext cx="82296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44200" y="16184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AI-Powered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&gt;95% accuracy in nutrition and contamination detection.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4160520"/>
            <a:ext cx="82296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17880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Multi-Parameter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Protein, fiber, energy, moisture + 15 contaminants.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39" y="4160520"/>
            <a:ext cx="82296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417880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Multi-lang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Farmer Advisory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Actionable vernacular recommendations.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98480" y="4160520"/>
            <a:ext cx="822960" cy="4572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417880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1st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Data 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India's first comprehensive feed quality database.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8/42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FeedIQ: End-to-end smart feed quality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73152" cy="8229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LAYER 4: Farmer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Mobile App + Dashboard | Vernacular Advisory | Real-time Alerts | Historical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73152" cy="8229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LAYER 3: Cloud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IoT Core + Firebase | ML Training | Data Analytics | API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66160"/>
            <a:ext cx="73152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39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LAYER 2: Edge 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Raspberry Pi 5 / Jetson | TensorFlow Lite | On-device Inference | Local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73152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LAYER 1: Sensor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NIR Spectrometer (128-pt) | CV Camera | Moisture/Temp Biosensors | Gas 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Data Flow: Sensors -&gt; Edge AI -&gt; Cloud -&gt; Mobile App -&gt; Farmer Advisory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9/42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Phase-wise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4572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Research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  <a:latin typeface="Calibri"/>
              </a:defRPr>
            </a:pPr>
            <a:r>
              <a:t>Month 1-2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0604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Literature review. Sensor selection. Model architecture. UI/UX wireframing. Hardware prototyping.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463040"/>
            <a:ext cx="2560320" cy="4572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D6"/>
                </a:solidFill>
                <a:latin typeface="Calibri"/>
              </a:defRPr>
            </a:pPr>
            <a:r>
              <a:t>Month 3-5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60604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7889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Sensor integration. ML model training. Edge deployment. Mobile app. Cloud setup.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2560320" cy="4572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  <a:latin typeface="Calibri"/>
              </a:defRPr>
            </a:pPr>
            <a:r>
              <a:t>Month 6-7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606040"/>
            <a:ext cx="22860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7889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Lab validation. Field trials with 50 farmers. Accuracy benchmarking. Optimization.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463040"/>
            <a:ext cx="2560320" cy="4572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463040"/>
            <a:ext cx="25603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Deployment &amp;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Month 8-12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2606040"/>
            <a:ext cx="2286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7889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Pilot in 3 districts. Feedback integration. Scale to 1000 devices. Partnerships.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10/42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Step-by-step 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194560"/>
            <a:ext cx="45720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SAMPLE</a:t>
            </a:r>
            <a:br/>
            <a: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Feed sample</a:t>
            </a:r>
            <a:br/>
            <a:r>
              <a:t>inserted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194560"/>
            <a:ext cx="457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SENSOR</a:t>
            </a:r>
            <a:br/>
            <a:r>
              <a:t>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NIR + Camera +</a:t>
            </a:r>
            <a:br/>
            <a:r>
              <a:t>Biosensors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2194560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EDGE AI</a:t>
            </a:r>
            <a:br/>
            <a:r>
              <a:t>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On-device ML</a:t>
            </a:r>
            <a:br/>
            <a:r>
              <a:t>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219456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Calibri"/>
              </a:defRPr>
            </a:pPr>
            <a:r>
              <a:t>CLOUD</a:t>
            </a:r>
            <a:br/>
            <a:r>
              <a:t>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 upload to</a:t>
            </a:r>
            <a:br/>
            <a:r>
              <a:t>AWS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2520" y="2194560"/>
            <a:ext cx="45720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ANALYSIS</a:t>
            </a:r>
            <a:br/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Quality report</a:t>
            </a:r>
            <a:br/>
            <a:r>
              <a:t>generated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2011680"/>
            <a:ext cx="1645920" cy="32004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52760" y="2194560"/>
            <a:ext cx="45720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2212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ADVISORY</a:t>
            </a:r>
            <a:br/>
            <a:r>
              <a:t>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566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Actionable</a:t>
            </a:r>
            <a:br/>
            <a:r>
              <a:t>advice sent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7B"/>
                </a:solidFill>
                <a:latin typeface="Calibri"/>
              </a:defRPr>
            </a:pPr>
            <a:r>
              <a:t>Total Processing Time: &lt; 60 seconds from sample to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11/42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AI/ML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Intelligence at the edge and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Data Ingestion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128-point NIR spectral normalization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Image preprocessing (resize, normalize, augment)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Biosensor data calibration and smoothing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Feature extraction (PCA, spectral indices)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Model Training (Cloud)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PLS Regression for nutrition prediction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Random Forest for multi-parameter analysis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YOLOv8/MobileNet for contamination detection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XGBoost for adulteration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Transfer learning with domain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Edge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TensorFlow Lite quantized models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ONNX Runtime for cross-platform inference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Model size: &lt;50MB per model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Inference time: &lt;2 seconds per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Model 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NIR Nutrition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PLS + RF Ensemble | 128-&gt;3 nutrients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06624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5234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Contamination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266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MobileNetV3 | 224x224x3 -&gt; classes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01568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472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Adulteration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216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XGBoost | 50 features -&gt; 5 classes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96512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4223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Quality Scorer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Gradient Boosting -&gt; 0-100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91456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3717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Anomaly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1149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Isolation Forest | Unsupervised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486400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532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Advisor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8064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Rule-based + LLM | -&gt; farmer advisory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12/42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Hardware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Complete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Sensor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NIR Spectrometer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128-pt (900-1700nm)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I2C/SPI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1460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Macro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12MP Sony IMX477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63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Moisture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46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Capacitive 0-100%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ADC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2044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DHT22 (-40-80C)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GPIO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Gas 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51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MQ-137 Ammonia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ADC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52628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Load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54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HX711 (0-10kg)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17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Processing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Primary: Raspberry Pi 5 (8GB RAM)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Alternative: NVIDIA Jetson Nano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Storage: 256GB NVMe SSD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Connectivity: WiFi + 4G LTE + BLE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Power: 12V DC (Battery: 4 hours)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Enclosure: IP54 rated for farm use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Display: 7-inch touchscreen (optional)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Interface: USB-C sensor hub connection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BOM Cost Estimate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343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RPi 5 (8GB)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8,500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599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NIR 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599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15,000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8554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Camera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855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3,500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114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Sensors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1114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2,500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367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PCB + Enclosure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3675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4,500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623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Battery + Power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2,000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879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TOTAL BOM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879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  <a:latin typeface="Calibri"/>
              </a:defRPr>
            </a:pPr>
            <a:r>
              <a:t>Rs. 36,000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13/42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Software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Full-stack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7772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7772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React Native Mobile App | React.js Web Dashboard | Farmer-friendly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7772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REST + GraphQL | JWT Auth | Rate Limiting | API Versioning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10698480" cy="7772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4864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56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Node.js/Express Backend | Python AI Service | WebSocket Real-time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10698480" cy="7772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AI/ML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TensorFlow Lite (Edge) | PyTorch (Cloud) | MLflow Model Registry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10698480" cy="7772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54864" cy="777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85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PostgreSQL (Structured) | MongoDB (Spectral) | Redis (Cache) | S3 (Images)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14/42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Farmer-centric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One-Tap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Connect device, tap analyze, results in 60s. No technical knowledge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Visual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Color-coded quality scores. Traffic light system (Green/Amber/Red).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Vernacular 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Recommendations in Hindi, Tamil, Telugu, Marathi, Gujarati, Kannada, Bengali.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Historical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Track quality over time. Identify seasonal patterns. Compare batches.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Price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Quality-adjusted price comparison. Best value recommendations.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3E3E"/>
                </a:solidFill>
                <a:latin typeface="Calibri"/>
              </a:defRPr>
            </a:pPr>
            <a:r>
              <a:t>Alert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Contamination alerts. Moisture warnings. Reorder reminders.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15/42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Farmer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Intuitive interface for rural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Dashboard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Quality Score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0428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Overall score 0-100 with color 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70048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157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Nutrition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Protein, Fiber, Energy as easy gauges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28416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74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Safety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2102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Traffic light for immediate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86784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325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Advisory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939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Recommendations and supplement suggestions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645152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90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History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Quality trends over weeks/months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649224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Scan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9612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All previous scans with timestamps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463040"/>
            <a:ext cx="35661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Large touch targets (min 48px)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High contrast for outdoor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Minimal text, maximum icons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Voice feedback 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Offline-first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Auto-sync when connected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One-handed operation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Emergency alert overlay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16/42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Fleet management and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Device Fleet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Monitor all devices. Health status. Firmware updates. Remote diagnostics.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Regional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District-level quality heatmaps. Contamination hotspots. Trend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Manufacturer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Brand quality tracking. Compliance scoring. Violation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Data Export &amp;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Government reports. CSV/Excel export. Scheduled reports. API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User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Farmer registration. Device assignment. Role-based access. Support tickets.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E3E"/>
                </a:solidFill>
                <a:latin typeface="Calibri"/>
              </a:defRPr>
            </a:pPr>
            <a:r>
              <a:t>ML Model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Model versioning. A/B testing. Performance monitoring. Retraining.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17/42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Sensor Integration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Multi-sensor fusion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NIR Spectrometer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Near-infrared spectroscopy (900-1700nm) for molecular bond analysis. Detects protein (N-H bonds), fiber (C-H, O-H), moisture (O-H), and fat through spectral reflectance. 128-point 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14630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54864" cy="1463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Computer Vision 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12MP macro camera captures feed surface images. Detects visible adulterants (sand, stones, plastic), color variations, mold/fungus growth patterns, and particle size distribution.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54864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Biosensor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Capacitive moisture sensor (0-100%, +/-2%). DHT22 temperature/humidity. MQ-137 ammonia gas sensor. Load cell for precise sample weighing (0-10kg, 0.1g resolution).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Sensor Fusion: All data synchronized with timestamps into unified feature vectors for ML inference.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18/42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Computer Vision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Visual adulteration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Detection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Visible adulterant detection (sand, stones, plastic)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Color anomaly detection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Mold/fungus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Particle size distribution analysis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Texture analysis for consistency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Foreign object detection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Moisture damage patterns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Packaging integrity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Technical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Image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12MP macro, LED lighting, auto-focus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Resize 224x224, normalize, augment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9184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MobileNetV3 backbone, transfer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Detection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YOLOv8-nano for object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17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CNN for contamination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21208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Post-processing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86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NMS, confidence thresholding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19/42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Spectroscopy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NIR-based nutritional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NIR Spectroscopy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Near-infrared light (900-1700nm) interacts with molecular bonds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N-H bonds -&gt; Protein content measurement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C-H bonds -&gt; Fiber and fat content analysis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O-H bonds -&gt; Moisture content determination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128-point resolution across NIR spectrum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Non-destructive, non-contact measurement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Results in &lt;3 seconds per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Calibration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Initial calibration against NABL lab data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Continuous learning with farmer feedback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Regional calibration models (North/South/East/West)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Feed-type specific (Cattle/Poultry/Aqua)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Spectral Analysis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Raw Spectra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128-point reflectance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65176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SNV + Savitzky-Golay smoothing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VIP scores + PCA wavelengths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Model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PLS/RF regression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17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Protein%, Fiber%, Energy, Moisture%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212080"/>
            <a:ext cx="5029200" cy="59436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86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R2 &gt; 0.95, RMSEP &lt; 1.5%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20/42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Biosensor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Physical parameter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051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10515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Capacitive Moisture 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Measures dielectric constant for moisture. Range 0-100%, accuracy +/-2%. Critical for silage quality and fungal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1051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4864" cy="1051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DHT22 Temperature/Humidity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Ambient temp (-40 to 80C) and humidity (0-100% RH). Essential for storage condition monitoring.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1051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4864" cy="1051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MQ-137 Ammonia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Detects ammonia gas indicating protein degradation or urea adulteration. Threshold-based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166360"/>
            <a:ext cx="54864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HX711 Load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Precision weight (0-10kg, 0.1g resolution). Ensures consistent sample sizing for accurate readings.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All biosensor readings time-synchronized and combined with NIR and CV data for multi-modal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21/42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Models - Detailed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Model specifications and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600200"/>
            <a:ext cx="822960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61848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R2=0.96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PLS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Partial Least Squares for spectral-&gt;nutrient. Handles multicollinearity.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39" y="1600200"/>
            <a:ext cx="822960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61848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R2=0.94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1600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500 trees ensemble. Feature importance for wavelength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0" y="1600200"/>
            <a:ext cx="82296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161848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mAP=0.89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YOLOv8-Nano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Contamination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Real-time object detection. 2.1M params. 50ms inference.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4160520"/>
            <a:ext cx="82296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1788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Acc=93%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MobileNetV3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Lightweight CNN. 12 classes. Transfer learning.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39" y="4160520"/>
            <a:ext cx="8229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59" y="41788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F1=0.91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Adulteration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Gradient boosting. 50 features. 5 adulteration classes.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98480" y="4160520"/>
            <a:ext cx="8229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41788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AUC=0.97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Anomaly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Unsupervised anomaly detection for unknown contaminants.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22/42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Machine Learning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End-to-end ML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65760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27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10,000+ NIR samples. Labeled images. Paired biosensor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19" y="1600200"/>
            <a:ext cx="36576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1627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SNV, MSC, SG smoothing. Image augment. Sensor calibration.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3657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27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PCA, wavelets, derivatives. HOG, LBP, color histograms.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178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879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SageMaker. Optuna tuning. 5-fold cross-validation.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19" y="4160520"/>
            <a:ext cx="36576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4178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19" y="41879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INT8 quantization. 30% pruning. Distillation. &lt;50MB models.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4160520"/>
            <a:ext cx="365760" cy="36576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178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1879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TFLite conversion. ONNX export. OTA updates. A/B testing.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23/42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Cloud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AWS-based scalable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AWS IoT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MQTT broker. Device shadow. Rules engine for data routing.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AWS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Serverless functions. Event-driven. Auto-scaling.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Amazon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Object storage for spectra, images, models. Versioning.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Amazon 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PostgreSQL for users, devices, analyses, advisories.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Amazon SageMaker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Cloud ML training. Model registry. A/B testing.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RESTful API. WebSocket real-time. Rate limiting.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24/42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IoT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Edge-to-cloud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10332720" cy="7772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54864" cy="7772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27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Device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FeedIQ Device -&gt; Sensors -&gt; Local Processing -&gt; MQTT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0332720" cy="7772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54864" cy="7772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Edge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Local ML Inference -&gt; Data Buffering -&gt; Offline Mode -&gt; OTA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66160"/>
            <a:ext cx="10332720" cy="7772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66160"/>
            <a:ext cx="54864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Network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WiFi (Primary) -&gt; 4G LTE (Backup) -&gt; MQTT over TLS 1.3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10332720" cy="7772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Cloud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IoT Core -&gt; Rules Engine -&gt; Lambda -&gt; S3/RDS -&gt;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577840"/>
            <a:ext cx="54864" cy="777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9436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Mobile App (React Native) -&gt; Web Dashboard -&gt; Admin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25/42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Data models and storage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PostgreSQL (Structured)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users (id, name, phone, role, language, location)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devices (id, user_id, model, firmware, status)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analyses (id, device_id, timestamp, results)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advisories (id, analysis_id, recommendations)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manufacturers (id, name, brand, compliance)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subscriptions (id, user_id, plan, expiry)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MongoDB (Spectral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nir_spectra: 128-point arrays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image_data: Base64 + S3 refs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raw_sensor: Time-series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Redis (Cache)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Device status (TTL 60s)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Session management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Real-time pub/sub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Rate limiting counters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S3 (Object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Raw spectral data files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Feed images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ML model artifacts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Backup and archival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Data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Raw: 2 years | Aggregated: 5 years | Models: Permanent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26/42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RESTful API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Core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084832"/>
            <a:ext cx="548640" cy="2743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9397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57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Submit data for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587752"/>
            <a:ext cx="548640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59689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60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/api/v1/analysis/{id}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Get analysis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090672"/>
            <a:ext cx="548640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09981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46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User analysis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52044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3593592"/>
            <a:ext cx="548640" cy="2743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60273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/api/v1/device/register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7490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Register new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4096512"/>
            <a:ext cx="548640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10565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0690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/api/v1/advisory/{id}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251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Get farmer advisory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526280"/>
            <a:ext cx="466344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4599432"/>
            <a:ext cx="5486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60857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572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alibri"/>
              </a:defRPr>
            </a:pPr>
            <a:r>
              <a:t>/api/v1/device/{id}/firmware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754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OTA firmware update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API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JWT authentication with refresh tokens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Rate limiting: 100 req/min per device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API versioning (v1, v2)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OpenAPI 3.0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Webhook support for integrations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GraphQL endpoint for flexible queries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gRPC for high-throughput device comms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Request/response logging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27/42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Complete data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645920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743200"/>
            <a:ext cx="1645920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743200"/>
            <a:ext cx="164592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Edge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743200"/>
            <a:ext cx="16459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AWS IoT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743200"/>
            <a:ext cx="1645920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2743200"/>
            <a:ext cx="1645920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6D6"/>
                </a:solidFill>
                <a:latin typeface="Calibri"/>
              </a:defRPr>
            </a:pPr>
            <a:r>
              <a:t>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Calibri"/>
              </a:defRPr>
            </a:pPr>
            <a:r>
              <a:t>MQTT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Feedback Loop: App -&gt; Cloud -&gt; Device -&gt; Farmer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Formats: JSON (API) | MQTT (IoT) | Protobuf (gRPC) | Base64 (Images)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End-to-End Latency: &lt;60 seconds from sample insertion to advisory delivery on mobile app. Offline mode caches data and syncs when connected.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28/42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UML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System class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60320" cy="45720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2560320" cy="4114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SensorHub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B"/>
                </a:solidFill>
                <a:latin typeface="Calibri"/>
              </a:defRPr>
            </a:pPr>
            <a: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-status: str</a:t>
            </a:r>
            <a:br/>
            <a:r>
              <a:t>-nir: NIRSpec</a:t>
            </a:r>
            <a:br/>
            <a:r>
              <a:t>-camera: Camera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237744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B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+get_nir(): list</a:t>
            </a:r>
            <a:br/>
            <a:r>
              <a:t>+bio_data(): dict</a:t>
            </a:r>
            <a:br/>
            <a:r>
              <a:t>+capture(): array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2560320" cy="45720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645920"/>
            <a:ext cx="256032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MLInferenceEngine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alibri"/>
              </a:defRPr>
            </a:pPr>
            <a:r>
              <a:t>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-models_loaded: bool</a:t>
            </a:r>
            <a:br/>
            <a:r>
              <a:t>-nutrition: PLS</a:t>
            </a:r>
            <a:br/>
            <a:r>
              <a:t>-contamination: YOLO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49039"/>
            <a:ext cx="237744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840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69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+predict(data): dict</a:t>
            </a:r>
            <a:br/>
            <a:r>
              <a:t>+detect(img): 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45920"/>
            <a:ext cx="2560320" cy="45720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645920"/>
            <a:ext cx="256032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AdvisoryEngine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Attributes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+generate_report(</a:t>
            </a:r>
            <a:br/>
            <a:r>
              <a:t>  nutrition, contam,</a:t>
            </a:r>
            <a:br/>
            <a:r>
              <a:t>  biosensors):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749039"/>
            <a:ext cx="237744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840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-check_contamination()</a:t>
            </a:r>
            <a:br/>
            <a:r>
              <a:t>-check_moisture()</a:t>
            </a:r>
            <a:br/>
            <a:r>
              <a:t>-balance_nutrition()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645920"/>
            <a:ext cx="2560320" cy="45720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1645920"/>
            <a:ext cx="256032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D33"/>
                </a:solidFill>
                <a:latin typeface="Calibri"/>
              </a:defRPr>
            </a:pPr>
            <a:r>
              <a:t>FeedAnalyzer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194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D700"/>
                </a:solidFill>
                <a:latin typeface="Calibri"/>
              </a:defRPr>
            </a:pPr>
            <a:r>
              <a:t>Attributes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-sensors: SensorHub</a:t>
            </a:r>
            <a:br/>
            <a:r>
              <a:t>-ai: MLInference</a:t>
            </a:r>
            <a:br/>
            <a:r>
              <a:t>-advisory: Advisory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749039"/>
            <a:ext cx="23774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3840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D700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069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+run(): payload</a:t>
            </a:r>
            <a:br/>
            <a:r>
              <a:t>+history():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29/42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System actors and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914400" cy="10972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9144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Analyze Feed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46888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View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9184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401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Receive Advisory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11480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Compare Prices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64592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Monitor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46888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578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View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29184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401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Manage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11480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Generate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64592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Process Sensors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46888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578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Run ML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29184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401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Store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114800"/>
            <a:ext cx="18288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Send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30/42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Analysis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1280160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920240"/>
            <a:ext cx="36576" cy="39319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128016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920240"/>
            <a:ext cx="36576" cy="3931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554480"/>
            <a:ext cx="12801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1920240"/>
            <a:ext cx="36576" cy="3931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1554480"/>
            <a:ext cx="128016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Edge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920240"/>
            <a:ext cx="36576" cy="3931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554480"/>
            <a:ext cx="1280160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920240"/>
            <a:ext cx="36576" cy="3931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0" y="1554480"/>
            <a:ext cx="1280160" cy="32004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D33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09960" y="1920240"/>
            <a:ext cx="36576" cy="39319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194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Calibri"/>
              </a:defRPr>
            </a:pPr>
            <a:r>
              <a:t>1. Tap 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D6"/>
                </a:solidFill>
                <a:latin typeface="Calibri"/>
              </a:defRPr>
            </a:pPr>
            <a:r>
              <a:t>2. Connect 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2926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3. Start Scan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291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4. Read Sensors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57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Calibri"/>
              </a:defRPr>
            </a:pPr>
            <a:r>
              <a:t>5. ML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23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Calibri"/>
              </a:defRPr>
            </a:pPr>
            <a:r>
              <a:t>6. Publish MQTT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389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7. Store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54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D6"/>
                </a:solidFill>
                <a:latin typeface="Calibri"/>
              </a:defRPr>
            </a:pPr>
            <a:r>
              <a:t>8. Return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Calibri"/>
              </a:defRPr>
            </a:pPr>
            <a:r>
              <a:t>9. Show Advisory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31/42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Activity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Analysis 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371600" cy="5029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Insert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Read Sensors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4864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54864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CC"/>
                </a:solidFill>
                <a:latin typeface="Calibri"/>
              </a:defRPr>
            </a:pPr>
            <a:r>
              <a:t>Run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64592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1645920"/>
            <a:ext cx="54864" cy="5029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37744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0" y="2377440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Advisory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10896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31089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Cloud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840480"/>
            <a:ext cx="137160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3840480"/>
            <a:ext cx="54864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Calibri"/>
              </a:defRPr>
            </a:pPr>
            <a:r>
              <a:t>Display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572000"/>
            <a:ext cx="1371600" cy="5029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Decision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Score &gt; 80? -&gt; Green Advisory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Score 60-80? -&gt; Amber Advisory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Score &lt; 60? -&gt; Red Alert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Contamination? -&gt; Critical Alert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Moisture &gt; 30%? -&gt; Storage Warning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Low Protein? -&gt; Supplement Rec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High Fiber? -&gt; Digestibility Note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Unknown Anomaly? -&gt; Flag for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32/42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Complete technology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Raspberry Pi 5 (8GB)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NIR Spectrometer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Sony IMX477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DHT22 +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4G LTE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12V Battery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ONNX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NumPy/SciPy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291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Model Quantization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6304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AWS IoT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AWS Lambda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Amazon 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Amazon 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SageMaker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91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754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Expo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029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AsyncStorage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303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React Navigation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77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Chart 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852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i18next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59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39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Node.js + Express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4754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Python FastAPI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79" y="5029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PostgreSQL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5303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MongoDB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79" y="5577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5852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Docker + K8s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023360"/>
            <a:ext cx="3474720" cy="2286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3E3E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754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029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Terraform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303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Prometheus/Grafana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577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Sentry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5852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Postman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33/42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Innovation &amp; Novelty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 makes FeedIQ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First-of-its-Kind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India's first portable AI feed tester combining NIR, CV, and biosensors.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Multi-Modal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Three sensing modalities integrated for comprehensive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Edge AI at Farm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On-device ML inference. Works offline. Results in &lt;60s.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Vernacular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7 Indian languages with voice support. Bridges digital divide.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Continuous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Models improve per scan. Federated learning preserves privacy.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Open Data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First comprehensive feed quality database for India.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34/42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Unique Selling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97280"/>
            <a:ext cx="484632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7B"/>
                </a:solidFill>
                <a:latin typeface="Calibri"/>
              </a:defRPr>
            </a:pPr>
            <a:r>
              <a:t>India's first portable, AI-powered feed quality analyzer that provides lab-grade nutritional profiling, contamination detection, and personalized farmer advisory in under 60 seconds - at 1/100th the cost of lab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2560320" cy="164592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60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vs 3-7 Days (Lab)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297680"/>
            <a:ext cx="2560320" cy="164592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Calibri"/>
              </a:defRPr>
            </a:pPr>
            <a:r>
              <a:t>Rs.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vs Rs. 2,000-5,000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97680"/>
            <a:ext cx="2560320" cy="164592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95%+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Comparable to 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297680"/>
            <a:ext cx="2560320" cy="164592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7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vs English-only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One-Line USP: "Lab-quality feed testing in your pocket, in 60 seconds, in your language."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35/42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 with Existing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Why FeedIQ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2286000" cy="4114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FeedIQ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554480"/>
            <a:ext cx="22860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Lab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554480"/>
            <a:ext cx="2286000" cy="41148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Visual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554480"/>
            <a:ext cx="210312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572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D33"/>
                </a:solidFill>
                <a:latin typeface="Calibri"/>
              </a:defRPr>
            </a:pPr>
            <a:r>
              <a:t>Kits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Test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&lt; 60 seconds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01168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3-7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201168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Instant (unreliable)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011680"/>
            <a:ext cx="210312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084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51460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Cost/Test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51460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Rs. 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Rs. 2,000-5,000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251460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Free (unreliable)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2514600"/>
            <a:ext cx="210312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587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Rs. 200-500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01752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Nutrition + Safety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301752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Comprehensive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01752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Visual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017520"/>
            <a:ext cx="210312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30906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Limited (2-3)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52044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593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52044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3593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352044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3593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99% (gold standard)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0" y="352044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3593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30-40%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3520440"/>
            <a:ext cx="210312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3593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60-70%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Portability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402336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Fully portable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402336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Lab-bound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0" y="402336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Handheld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4023360"/>
            <a:ext cx="210312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0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Portable kit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52628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0" y="452628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8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7 Indian languages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452628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English reports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80" y="452628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84080" y="4526280"/>
            <a:ext cx="210312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84080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502920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Data Storage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0" y="502920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2608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Cloud + Local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12080" y="502920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Paper reports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80" y="5029200"/>
            <a:ext cx="228600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8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84080" y="5029200"/>
            <a:ext cx="2103120" cy="457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8408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Manual entry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553212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5605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CCC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26080" y="553212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26080" y="5605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7B"/>
                </a:solidFill>
                <a:latin typeface="Calibri"/>
              </a:defRPr>
            </a:pPr>
            <a:r>
              <a:t>Yes + Advisory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12080" y="553212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12080" y="5605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80" y="5532120"/>
            <a:ext cx="228600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98080" y="5605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84080" y="5532120"/>
            <a:ext cx="2103120" cy="4572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84080" y="56052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36/42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Scalability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Growth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50 devices in 3 districts. 500 farmers. Validate technology and business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3317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5146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500 devices across 3 states. 5,000 farmers. Partnership with dairy cooperatives.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256032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National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331720"/>
            <a:ext cx="22860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5146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5,000 devices in 15 states. 50,000 farmers. Government tender participation.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256032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463040"/>
            <a:ext cx="25603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Year 4-5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331720"/>
            <a:ext cx="22860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5146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25,000+ devices nationwide. 500,000 farmers. International expansion (Nepal, Bangladesh).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37/42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&amp;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Data protection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Device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Encrypted storage (LUKS). Secure boot. Signed firmware. TPM module. Physical tamper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TLS 1.3 for all MQTT/API traffic. Certificate-based device auth. VPN for admin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GDPR-compliant. Data anonymization. User consent framework. Right to deletion. No PII in spectral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Cloud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AWS VPC. IAM roles. Encryption at rest (AES-256). WAF. DDoS protection. Audit logging.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617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RBAC for all users. JWT tokens with expiry. API key rotation. Rate limiting per device.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474720" cy="219456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E3E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17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IT Act 2000. DPDP Act 2023. FSSAI guidelines. ISO 27001 target. Regular penetration testing.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38/42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Cost Estimation &amp;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Financial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BOM Cost (per unit)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36,000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Assembly &amp;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Cloud (per device/year)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3,600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Development (one-time)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25,00,000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Marketing &amp;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08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Rs. 10,00,000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Target Selling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  <a:latin typeface="Calibri"/>
              </a:defRPr>
            </a:pPr>
            <a:r>
              <a:t>Rs. 55,000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57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700"/>
                </a:solidFill>
                <a:latin typeface="Calibri"/>
              </a:defRPr>
            </a:pPr>
            <a:r>
              <a:t>25-30%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700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31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700"/>
                </a:solidFill>
                <a:latin typeface="Calibri"/>
              </a:defRPr>
            </a:pPr>
            <a:r>
              <a:t>14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11680"/>
            <a:ext cx="50292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5740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Device 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860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One-time hardware sale (Rs. 55,000)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606040"/>
            <a:ext cx="50292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5176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Subscription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Rs. 499/month for cloud analytics + advisory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200400"/>
            <a:ext cx="50292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2461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API Licensing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74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Data access for research institutions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94760"/>
            <a:ext cx="50292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8404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White-labeling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Custom branding for dairy cooperatives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89120"/>
            <a:ext cx="5029200" cy="5486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3484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Government Tenders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Bulk procurement for state programs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39/42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Impact Analysis &amp; SDGs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Multi-dimensional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Government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Data for policy formulation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Feed quality standards enforcement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Subsidy targeting optimization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Export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Farmer income increase 15-20%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Livestock health improvement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Women empowerment (dairy)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Rural employment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Economic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Rs. 50,000 Cr loss reduction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15-25% milk yield increase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Feed industry modernization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New market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Environmental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Reduced feed waste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Optimized resource use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Lower carbon footprint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Sustainable dairy practices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UN SDGs 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Zero Hunger - Quality feed for food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6974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71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Good Health - Reduced toxin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3832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429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Decent Work - Rural employment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0690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Industry - Innovation in agriculture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7548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Responsible Consumption - Reduced waste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5440680"/>
            <a:ext cx="32004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4864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SDG 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715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Partnerships - Multi-stakeholder collab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40/42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Timeline &amp; 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Planning and 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12-Month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5029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Month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Research, sensor selection, model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60320"/>
            <a:ext cx="54864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Month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Hardware prototype, sensor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0896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54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Month 5-6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3756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ML model training, edge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65760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54864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Month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8620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Mobile app, cloud backend, API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20624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206240"/>
            <a:ext cx="54864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51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Calibri"/>
              </a:defRPr>
            </a:pPr>
            <a:r>
              <a:t>Month 9-10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Lab validation, field trials (50 farmers)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54880"/>
            <a:ext cx="4663440" cy="50292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754880"/>
            <a:ext cx="54864" cy="5029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00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E3E"/>
                </a:solidFill>
                <a:latin typeface="Calibri"/>
              </a:defRPr>
            </a:pPr>
            <a:r>
              <a:t>Month 11-12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8348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Pilot deployment, feedback, scaling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011680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057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E3E"/>
                </a:solidFill>
                <a:latin typeface="Calibri"/>
              </a:defRPr>
            </a:pPr>
            <a:r>
              <a:t>Sensor accuracy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Regular calibration against lab standards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20574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83E3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706624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7523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Farmer adoption 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80944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Demonstrations, local champions, incentives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27523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8C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401568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4472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3E3E"/>
                </a:solidFill>
                <a:latin typeface="Calibri"/>
              </a:defRPr>
            </a:pPr>
            <a:r>
              <a:t>Connectivity issues in rural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67588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Offline mode, 4G fallback, data caching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4472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83E3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096512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1422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Model performance decay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37083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Continuous monitoring, retraining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1422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8C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791456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8371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Regulatory changes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06577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Flexible architecture, compliance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483717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C97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486400"/>
            <a:ext cx="5029200" cy="64008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532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Competitive entry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7607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First-mover advantage, patent filing, data moat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5532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8C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41/42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Scope &amp; Demo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What's next and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Multi-feed support (Fish/Poultry/Cattle/Goat)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Blockchain-based supply chain traceability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Satellite imagery for crop quality correlation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Integration with government subsidy platforms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API marketplace for third-party developers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Drone-based sample collection system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Predictive analytics for seasonal quality patterns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International expansion (South Asia, Africa)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Demo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1: Farmer opens FeedIQ app on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95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2: Inserts feed sample into device tray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79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3: Tap 'Analyze' - device activates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63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4: NIR scans in 3 seconds, camera captures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5: Edge AI processes all sensor data locally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6: Results displayed: Protein 16.2%, Fiber 21.1%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15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7: Safety: Green (Safe). Quality Score: 87/100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00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8: Advisory: 'Excellent quality. Optimal for dairy.'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84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9: Data synced to cloud. History updated.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10: Farmer shares report with cooperative.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42/42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